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Science News This Week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Sources: Nature, YouTube Trends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briefing: Mutation lets octopuses make proteins with precision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brief summary of the Daily briefing: Mutation lets octopuses make proteins with precision article from Nature.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