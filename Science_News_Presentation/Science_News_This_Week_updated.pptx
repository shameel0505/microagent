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Science News This Week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Sources: Nature, YouTube Trends</a:t>
            </a:r>
          </a:p>
          <a:p/>
          <a:p>
            <a:r>
              <a:t>Daily briefing: Mutation lets octopuses make proteins with precision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Sources: Nature, YouTube Trends</a:t>
            </a:r>
          </a:p>
          <a:p/>
          <a:p>
            <a:r>
              <a:t>Daily briefing: Mutation lets octopuses make proteins with 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brief summary of the Daily briefing: Mutation lets octopuses make proteins with precision article from Nature.</a:t>
            </a:r>
          </a:p>
          <a:p/>
          <a:p>
            <a:r>
              <a:t>The study found that certain species of shallow-water octopuses have a unique mutation that makes them extremely accurate protein builders. This mutation causes a break in an RNA strand in the core of the octopus's protein-making machinery.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Sources: Nature, YouTube Trends</a:t>
            </a:r>
          </a:p>
          <a:p/>
          <a:p>
            <a:r>
              <a:t>Daily briefing: Mutation lets octopuses make proteins with 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brief summary of the Daily briefing: Mutation lets octopuses make proteins with precision article from Nature.</a:t>
            </a:r>
          </a:p>
          <a:p/>
          <a:p>
            <a:r>
              <a:t>The study found that certain species of shallow-water octopuses have a unique mutation that makes them extremely accurate protein builders. This mutation causes a break in an RNA strand in the core of the octopus's protein-making machinery.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briefing: Mutation lets octopuses make proteins with 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brief summary of the Daily briefing: Mutation lets octopuses make proteins with precision article from Nature.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